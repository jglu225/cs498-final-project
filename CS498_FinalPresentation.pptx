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7" r:id="rId1"/>
  </p:sldMasterIdLst>
  <p:sldIdLst>
    <p:sldId id="256" r:id="rId2"/>
    <p:sldId id="259" r:id="rId3"/>
    <p:sldId id="269" r:id="rId4"/>
    <p:sldId id="270" r:id="rId5"/>
    <p:sldId id="26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8F1FEA-242B-4616-8C77-8509E267F84A}" v="5" dt="2019-04-16T21:26:37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42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03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51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4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64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88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22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1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40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3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7444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3455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796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568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13233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277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64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AAD347D-5ACD-4C99-B74B-A9C85AD731AF}" type="datetimeFigureOut">
              <a:rPr lang="en-US" smtClean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897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EB62-17D4-4468-A93D-C2E99F39E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-552449"/>
            <a:ext cx="8676222" cy="3200400"/>
          </a:xfrm>
        </p:spPr>
        <p:txBody>
          <a:bodyPr>
            <a:normAutofit/>
          </a:bodyPr>
          <a:lstStyle/>
          <a:p>
            <a:r>
              <a:rPr lang="en-US" sz="7200" dirty="0" err="1">
                <a:latin typeface="Montserrat" panose="00000500000000000000" pitchFamily="50" charset="0"/>
              </a:rPr>
              <a:t>ESC</a:t>
            </a:r>
            <a:r>
              <a:rPr lang="en-US" sz="7200" cap="none" dirty="0" err="1">
                <a:latin typeface="Montserrat" panose="00000500000000000000" pitchFamily="50" charset="0"/>
              </a:rPr>
              <a:t>ape</a:t>
            </a:r>
            <a:endParaRPr lang="en-US" sz="7200" dirty="0">
              <a:latin typeface="Montserrat" panose="00000500000000000000" pitchFamily="50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F15AC88-A342-44DD-B965-A8F820D8D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2647951"/>
            <a:ext cx="8676222" cy="1905000"/>
          </a:xfrm>
        </p:spPr>
        <p:txBody>
          <a:bodyPr>
            <a:normAutofit/>
          </a:bodyPr>
          <a:lstStyle/>
          <a:p>
            <a:r>
              <a:rPr lang="en-US" sz="2400" cap="none" dirty="0"/>
              <a:t>A VR Escape Game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15B6E-D9F2-4A68-88DC-81D4B8055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84851">
            <a:off x="6142380" y="4084313"/>
            <a:ext cx="1892662" cy="17889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38EC5-C986-477A-8D76-1C52541FA63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 rot="404755">
            <a:off x="4210050" y="4057650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81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D91FE-54F9-4B25-9C90-77B9140F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Montserrat" panose="00000500000000000000" pitchFamily="50" charset="0"/>
              </a:rPr>
              <a:t>GAMEPLAY – Escape from alien 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AF2D9-62E9-4C99-9636-78A5B8932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85391"/>
            <a:ext cx="9905998" cy="340580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Montserrat" panose="00000500000000000000" pitchFamily="50" charset="0"/>
              </a:rPr>
              <a:t>Alien enemies with AI built on </a:t>
            </a:r>
            <a:r>
              <a:rPr lang="en-US" sz="2800" dirty="0" err="1">
                <a:latin typeface="Montserrat" panose="00000500000000000000" pitchFamily="50" charset="0"/>
              </a:rPr>
              <a:t>c++</a:t>
            </a:r>
            <a:endParaRPr lang="en-US" sz="2800" dirty="0">
              <a:latin typeface="Montserrat" panose="00000500000000000000" pitchFamily="50" charset="0"/>
            </a:endParaRPr>
          </a:p>
          <a:p>
            <a:r>
              <a:rPr lang="en-US" sz="2800" dirty="0" err="1">
                <a:latin typeface="Montserrat" panose="00000500000000000000" pitchFamily="50" charset="0"/>
              </a:rPr>
              <a:t>Minimap</a:t>
            </a:r>
            <a:r>
              <a:rPr lang="en-US" sz="2800" dirty="0">
                <a:latin typeface="Montserrat" panose="00000500000000000000" pitchFamily="50" charset="0"/>
              </a:rPr>
              <a:t> tracks player and AI, provides navigation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Run/Climb through maze levels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puzzle solving built on </a:t>
            </a:r>
            <a:r>
              <a:rPr lang="en-US" sz="2800" dirty="0" err="1">
                <a:latin typeface="Montserrat" panose="00000500000000000000" pitchFamily="50" charset="0"/>
              </a:rPr>
              <a:t>c++</a:t>
            </a:r>
            <a:endParaRPr lang="en-US" sz="2800" dirty="0">
              <a:latin typeface="Montserrat" panose="00000500000000000000" pitchFamily="50" charset="0"/>
            </a:endParaRPr>
          </a:p>
          <a:p>
            <a:r>
              <a:rPr lang="en-US" sz="2800" dirty="0">
                <a:latin typeface="Montserrat" panose="00000500000000000000" pitchFamily="50" charset="0"/>
              </a:rPr>
              <a:t>First-Person Shooting Gameplay</a:t>
            </a:r>
          </a:p>
        </p:txBody>
      </p:sp>
    </p:spTree>
    <p:extLst>
      <p:ext uri="{BB962C8B-B14F-4D97-AF65-F5344CB8AC3E}">
        <p14:creationId xmlns:p14="http://schemas.microsoft.com/office/powerpoint/2010/main" val="370264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35F7-688E-49EA-B998-DFC66D6A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DD665-0F77-44A0-B6EA-08ACC38C4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Dean – Programmed AI, Rigged Character, Map</a:t>
            </a:r>
          </a:p>
          <a:p>
            <a:r>
              <a:rPr lang="en-US" dirty="0"/>
              <a:t>Sean – Mini-map </a:t>
            </a:r>
          </a:p>
          <a:p>
            <a:r>
              <a:rPr lang="en-US" dirty="0"/>
              <a:t>Logan – Puzzle/Door Mechanism</a:t>
            </a:r>
          </a:p>
          <a:p>
            <a:r>
              <a:rPr lang="en-US" dirty="0"/>
              <a:t>Justin – Gun Implementation  (Collision / Static Mesh)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844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13E02-BE9E-4702-B3EA-464C7EFE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 Implemented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E4FC6-6DF8-4AA5-A340-B6FA05C42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Playable Character</a:t>
            </a:r>
          </a:p>
          <a:p>
            <a:r>
              <a:rPr lang="en-US" dirty="0"/>
              <a:t>Enemy Characters</a:t>
            </a:r>
          </a:p>
          <a:p>
            <a:r>
              <a:rPr lang="en-US" dirty="0"/>
              <a:t>HUD</a:t>
            </a:r>
          </a:p>
          <a:p>
            <a:pPr lvl="1"/>
            <a:r>
              <a:rPr lang="en-US" dirty="0"/>
              <a:t>Health &amp; Mini-map</a:t>
            </a:r>
          </a:p>
          <a:p>
            <a:r>
              <a:rPr lang="en-US" dirty="0"/>
              <a:t>Puzzle Solving</a:t>
            </a:r>
          </a:p>
          <a:p>
            <a:r>
              <a:rPr lang="en-US" dirty="0"/>
              <a:t>First Person Shooting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967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215B6E-D9F2-4A68-88DC-81D4B8055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84851">
            <a:off x="5697879" y="2534535"/>
            <a:ext cx="1892662" cy="17889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38EC5-C986-477A-8D76-1C52541FA63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 rot="404755">
            <a:off x="3765549" y="2507872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260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614</TotalTime>
  <Words>87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Montserrat</vt:lpstr>
      <vt:lpstr>Mesh</vt:lpstr>
      <vt:lpstr>ESCape</vt:lpstr>
      <vt:lpstr>GAMEPLAY – Escape from alien ship</vt:lpstr>
      <vt:lpstr>Contributions</vt:lpstr>
      <vt:lpstr>User Stories Implemented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ESCape</dc:title>
  <dc:creator>Dean Crockett</dc:creator>
  <cp:lastModifiedBy>Justin Luttrell</cp:lastModifiedBy>
  <cp:revision>7</cp:revision>
  <dcterms:created xsi:type="dcterms:W3CDTF">2019-03-19T18:34:22Z</dcterms:created>
  <dcterms:modified xsi:type="dcterms:W3CDTF">2019-04-16T23:33:36Z</dcterms:modified>
</cp:coreProperties>
</file>