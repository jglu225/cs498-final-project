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7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>
      <p:cViewPr varScale="1">
        <p:scale>
          <a:sx n="55" d="100"/>
          <a:sy n="55" d="100"/>
        </p:scale>
        <p:origin x="84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42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03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51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4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64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88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22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1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40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3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7444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3455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796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568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13233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277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64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AAD347D-5ACD-4C99-B74B-A9C85AD731AF}" type="datetimeFigureOut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97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EB62-17D4-4468-A93D-C2E99F39E7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Montserrat" panose="00000500000000000000" pitchFamily="50" charset="0"/>
              </a:rPr>
              <a:t>ESC</a:t>
            </a:r>
            <a:r>
              <a:rPr lang="en-US" cap="none" dirty="0" err="1">
                <a:latin typeface="Montserrat" panose="00000500000000000000" pitchFamily="50" charset="0"/>
              </a:rPr>
              <a:t>ape</a:t>
            </a:r>
            <a:endParaRPr lang="en-US" dirty="0">
              <a:latin typeface="Montserrat" panose="00000500000000000000" pitchFamily="50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F15AC88-A342-44DD-B965-A8F820D8D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cap="none" dirty="0">
                <a:latin typeface="Montserrat" panose="00000500000000000000" pitchFamily="50" charset="0"/>
              </a:rPr>
              <a:t>A VR Escape Game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81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91FE-54F9-4B25-9C90-77B9140F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Montserrat" panose="00000500000000000000" pitchFamily="50" charset="0"/>
              </a:rPr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AF2D9-62E9-4C99-9636-78A5B8932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918"/>
            <a:ext cx="9944099" cy="4195481"/>
          </a:xfrm>
        </p:spPr>
        <p:txBody>
          <a:bodyPr/>
          <a:lstStyle/>
          <a:p>
            <a:r>
              <a:rPr lang="en-US" sz="2400" dirty="0">
                <a:latin typeface="Montserrat" panose="00000500000000000000" pitchFamily="50" charset="0"/>
              </a:rPr>
              <a:t>You are an earthling chimpanzee in the zoo</a:t>
            </a:r>
          </a:p>
          <a:p>
            <a:r>
              <a:rPr lang="en-US" sz="2400" dirty="0">
                <a:latin typeface="Montserrat" panose="00000500000000000000" pitchFamily="50" charset="0"/>
              </a:rPr>
              <a:t>You have been captured by extra-dimensional lifeforms that wish to experiment on you, earth’s most evolved species</a:t>
            </a:r>
          </a:p>
          <a:p>
            <a:r>
              <a:rPr lang="en-US" sz="2400" dirty="0">
                <a:latin typeface="Montserrat" panose="00000500000000000000" pitchFamily="50" charset="0"/>
              </a:rPr>
              <a:t>You have 2 hours before their alien ship returns to the </a:t>
            </a:r>
            <a:r>
              <a:rPr lang="en-US" sz="2400" dirty="0" err="1">
                <a:latin typeface="Montserrat" panose="00000500000000000000" pitchFamily="50" charset="0"/>
              </a:rPr>
              <a:t>beeblebrox</a:t>
            </a:r>
            <a:r>
              <a:rPr lang="en-US" sz="2400" dirty="0">
                <a:latin typeface="Montserrat" panose="00000500000000000000" pitchFamily="50" charset="0"/>
              </a:rPr>
              <a:t> system</a:t>
            </a:r>
          </a:p>
          <a:p>
            <a:r>
              <a:rPr lang="en-US" sz="2400" dirty="0">
                <a:latin typeface="Montserrat" panose="00000500000000000000" pitchFamily="50" charset="0"/>
              </a:rPr>
              <a:t>You must </a:t>
            </a:r>
            <a:r>
              <a:rPr lang="en-US" sz="2400" dirty="0" err="1">
                <a:latin typeface="Montserrat" panose="00000500000000000000" pitchFamily="50" charset="0"/>
              </a:rPr>
              <a:t>ESCape</a:t>
            </a:r>
            <a:r>
              <a:rPr lang="en-US" sz="2400" dirty="0">
                <a:latin typeface="Montserrat" panose="00000500000000000000" pitchFamily="50" charset="0"/>
              </a:rPr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040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91FE-54F9-4B25-9C90-77B9140F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Montserrat" panose="00000500000000000000" pitchFamily="50" charset="0"/>
              </a:rPr>
              <a:t>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AF2D9-62E9-4C99-9636-78A5B893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latin typeface="Montserrat" panose="00000500000000000000" pitchFamily="50" charset="0"/>
              </a:rPr>
              <a:t>Minimap</a:t>
            </a:r>
            <a:r>
              <a:rPr lang="en-US" sz="2800" dirty="0">
                <a:latin typeface="Montserrat" panose="00000500000000000000" pitchFamily="50" charset="0"/>
              </a:rPr>
              <a:t> tracks player and AI, provides navigation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Line-of-sight AI tracks player when spotted</a:t>
            </a:r>
          </a:p>
          <a:p>
            <a:r>
              <a:rPr lang="en-US" sz="2800" dirty="0" err="1">
                <a:latin typeface="Montserrat" panose="00000500000000000000" pitchFamily="50" charset="0"/>
              </a:rPr>
              <a:t>Mazerunning</a:t>
            </a:r>
            <a:r>
              <a:rPr lang="en-US" sz="2800" dirty="0">
                <a:latin typeface="Montserrat" panose="00000500000000000000" pitchFamily="50" charset="0"/>
              </a:rPr>
              <a:t> gameplay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Various object-oriented puzzle solving games</a:t>
            </a:r>
          </a:p>
        </p:txBody>
      </p:sp>
    </p:spTree>
    <p:extLst>
      <p:ext uri="{BB962C8B-B14F-4D97-AF65-F5344CB8AC3E}">
        <p14:creationId xmlns:p14="http://schemas.microsoft.com/office/powerpoint/2010/main" val="3702648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B3F7-3117-4D09-BB43-337E19D2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Montserrat" panose="00000500000000000000" pitchFamily="50" charset="0"/>
              </a:rPr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4A57F-6DF4-42B0-B6DA-074719905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Montserrat" panose="00000500000000000000" pitchFamily="50" charset="0"/>
              </a:rPr>
              <a:t>Unreal Engine 4 level making engine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C++ with visual studio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Object-oriented UE Blueprint system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Oculus rift + touch controls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Mobile and PC compatible</a:t>
            </a:r>
          </a:p>
        </p:txBody>
      </p:sp>
    </p:spTree>
    <p:extLst>
      <p:ext uri="{BB962C8B-B14F-4D97-AF65-F5344CB8AC3E}">
        <p14:creationId xmlns:p14="http://schemas.microsoft.com/office/powerpoint/2010/main" val="338827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B3F7-3117-4D09-BB43-337E19D2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Montserrat" panose="00000500000000000000" pitchFamily="50" charset="0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4A57F-6DF4-42B0-B6DA-074719905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Montserrat" panose="00000500000000000000" pitchFamily="50" charset="0"/>
              </a:rPr>
              <a:t>Documenting user-based test cases 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Version control with </a:t>
            </a:r>
            <a:r>
              <a:rPr lang="en-US" sz="2800" dirty="0" err="1">
                <a:latin typeface="Montserrat" panose="00000500000000000000" pitchFamily="50" charset="0"/>
              </a:rPr>
              <a:t>github</a:t>
            </a:r>
            <a:r>
              <a:rPr lang="en-US" sz="2800" dirty="0">
                <a:latin typeface="Montserrat" panose="00000500000000000000" pitchFamily="50" charset="0"/>
              </a:rPr>
              <a:t> + unreal engine 4</a:t>
            </a:r>
          </a:p>
          <a:p>
            <a:r>
              <a:rPr lang="en-US" sz="2800" dirty="0" err="1">
                <a:latin typeface="Montserrat" panose="00000500000000000000" pitchFamily="50" charset="0"/>
              </a:rPr>
              <a:t>Minimap</a:t>
            </a:r>
            <a:endParaRPr lang="en-US" sz="2800" dirty="0">
              <a:latin typeface="Montserrat" panose="00000500000000000000" pitchFamily="50" charset="0"/>
            </a:endParaRPr>
          </a:p>
          <a:p>
            <a:r>
              <a:rPr lang="en-US" sz="2800" dirty="0">
                <a:latin typeface="Montserrat" panose="00000500000000000000" pitchFamily="50" charset="0"/>
              </a:rPr>
              <a:t>Artificial intelligence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Blueprint design</a:t>
            </a:r>
          </a:p>
        </p:txBody>
      </p:sp>
    </p:spTree>
    <p:extLst>
      <p:ext uri="{BB962C8B-B14F-4D97-AF65-F5344CB8AC3E}">
        <p14:creationId xmlns:p14="http://schemas.microsoft.com/office/powerpoint/2010/main" val="33973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BB4A20-4049-4794-85B6-CEB93F5EE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3291"/>
            <a:ext cx="4692494" cy="4466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A61291-934C-4412-857E-E7E002490A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5"/>
          <a:stretch/>
        </p:blipFill>
        <p:spPr>
          <a:xfrm>
            <a:off x="4692494" y="1723291"/>
            <a:ext cx="7499506" cy="446689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737EA0A-C7D7-4B3E-8717-D5E5BC95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07" y="-181709"/>
            <a:ext cx="11904785" cy="1905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Montserrat" panose="00000500000000000000" pitchFamily="50" charset="0"/>
              </a:rPr>
              <a:t>Iteration 1: Enemy Targeting System</a:t>
            </a:r>
          </a:p>
        </p:txBody>
      </p:sp>
    </p:spTree>
    <p:extLst>
      <p:ext uri="{BB962C8B-B14F-4D97-AF65-F5344CB8AC3E}">
        <p14:creationId xmlns:p14="http://schemas.microsoft.com/office/powerpoint/2010/main" val="4215133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375A8B-8F64-4A80-8B4B-8481AF5EF0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21" b="11965"/>
          <a:stretch/>
        </p:blipFill>
        <p:spPr>
          <a:xfrm>
            <a:off x="723899" y="1582615"/>
            <a:ext cx="10744200" cy="52753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7993F83-25EE-4FC3-8E04-39D6FFF2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0"/>
            <a:ext cx="11545889" cy="1400530"/>
          </a:xfrm>
        </p:spPr>
        <p:txBody>
          <a:bodyPr>
            <a:normAutofit/>
          </a:bodyPr>
          <a:lstStyle/>
          <a:p>
            <a:r>
              <a:rPr lang="en-US" sz="4000" cap="none" dirty="0">
                <a:latin typeface="Montserrat" panose="00000500000000000000" pitchFamily="50" charset="0"/>
              </a:rPr>
              <a:t>Iteration 2: </a:t>
            </a:r>
            <a:r>
              <a:rPr lang="en-US" sz="4000" cap="none" dirty="0" err="1">
                <a:latin typeface="Montserrat" panose="00000500000000000000" pitchFamily="50" charset="0"/>
              </a:rPr>
              <a:t>CheckForPlayer</a:t>
            </a:r>
            <a:r>
              <a:rPr lang="en-US" sz="4000" cap="none" dirty="0">
                <a:latin typeface="Montserrat" panose="00000500000000000000" pitchFamily="50" charset="0"/>
              </a:rPr>
              <a:t> task</a:t>
            </a:r>
          </a:p>
        </p:txBody>
      </p:sp>
    </p:spTree>
    <p:extLst>
      <p:ext uri="{BB962C8B-B14F-4D97-AF65-F5344CB8AC3E}">
        <p14:creationId xmlns:p14="http://schemas.microsoft.com/office/powerpoint/2010/main" val="232940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A4031D-9C27-4ABA-AF1A-0167CF1E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2521"/>
            <a:ext cx="12141330" cy="496547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9AF8526-B23A-47D1-B699-C1B352D0BF17}"/>
              </a:ext>
            </a:extLst>
          </p:cNvPr>
          <p:cNvSpPr txBox="1">
            <a:spLocks/>
          </p:cNvSpPr>
          <p:nvPr/>
        </p:nvSpPr>
        <p:spPr>
          <a:xfrm>
            <a:off x="323055" y="0"/>
            <a:ext cx="11545889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cap="none" dirty="0">
                <a:latin typeface="Montserrat" panose="00000500000000000000" pitchFamily="50" charset="0"/>
              </a:rPr>
              <a:t>Iteration 2: </a:t>
            </a:r>
            <a:r>
              <a:rPr lang="en-US" sz="4000" cap="none" dirty="0" err="1">
                <a:latin typeface="Montserrat" panose="00000500000000000000" pitchFamily="50" charset="0"/>
              </a:rPr>
              <a:t>MoveToPlayer</a:t>
            </a:r>
            <a:r>
              <a:rPr lang="en-US" sz="4000" cap="none" dirty="0">
                <a:latin typeface="Montserrat" panose="00000500000000000000" pitchFamily="50" charset="0"/>
              </a:rPr>
              <a:t> task</a:t>
            </a:r>
          </a:p>
        </p:txBody>
      </p:sp>
    </p:spTree>
    <p:extLst>
      <p:ext uri="{BB962C8B-B14F-4D97-AF65-F5344CB8AC3E}">
        <p14:creationId xmlns:p14="http://schemas.microsoft.com/office/powerpoint/2010/main" val="149489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2937-19BB-49CC-B436-38DD9BAA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46" y="-146538"/>
            <a:ext cx="9905998" cy="1905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Montserrat" panose="00000500000000000000" pitchFamily="50" charset="0"/>
              </a:rPr>
              <a:t>Test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9119D8-7658-4060-9E5F-B5017A4C5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7965376"/>
              </p:ext>
            </p:extLst>
          </p:nvPr>
        </p:nvGraphicFramePr>
        <p:xfrm>
          <a:off x="1622425" y="1410942"/>
          <a:ext cx="8947150" cy="522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1783099087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1294813191"/>
                    </a:ext>
                  </a:extLst>
                </a:gridCol>
              </a:tblGrid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TEST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477644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Enemy Reaches 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Stop moving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134045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Enemy backs player into corner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Player cannot move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087053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Enemy reaches </a:t>
                      </a:r>
                      <a:r>
                        <a:rPr lang="en-US" dirty="0" err="1"/>
                        <a:t>navmesh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Enemy stops on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212721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Player leaves </a:t>
                      </a:r>
                      <a:r>
                        <a:rPr lang="en-US" dirty="0" err="1"/>
                        <a:t>navmesh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Enemy stops at border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892793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Enemy collides with static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Enemy navigates around mesh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725816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2 Enemies on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 enemies chase player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950530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2 Enemies, no 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Enemies stand still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365625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Enemy sees 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Enemy pursues player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073766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Player not on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Enemy stands still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753505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Player enters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Enemy begins pursuit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292874"/>
                  </a:ext>
                </a:extLst>
              </a:tr>
              <a:tr h="435264">
                <a:tc>
                  <a:txBody>
                    <a:bodyPr/>
                    <a:lstStyle/>
                    <a:p>
                      <a:r>
                        <a:rPr lang="en-US" dirty="0"/>
                        <a:t>2 Enemies, player enters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 enemies pursue player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009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24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2937-19BB-49CC-B436-38DD9BAA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Montserrat" panose="00000500000000000000" pitchFamily="50" charset="0"/>
              </a:rPr>
              <a:t>Expectations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BFA7FA-D411-4A53-9B47-240701D58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Montserrat" panose="00000500000000000000" pitchFamily="50" charset="0"/>
              </a:rPr>
              <a:t>More realistic AI with intuition and mistakes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C++-designed puzzle challenged</a:t>
            </a:r>
          </a:p>
          <a:p>
            <a:r>
              <a:rPr lang="en-US" sz="2800" dirty="0">
                <a:latin typeface="Montserrat" panose="00000500000000000000" pitchFamily="50" charset="0"/>
              </a:rPr>
              <a:t>Implemented </a:t>
            </a:r>
            <a:r>
              <a:rPr lang="en-US" sz="2800" dirty="0" err="1">
                <a:latin typeface="Montserrat" panose="00000500000000000000" pitchFamily="50" charset="0"/>
              </a:rPr>
              <a:t>minimap</a:t>
            </a:r>
            <a:endParaRPr lang="en-US" sz="2800" dirty="0">
              <a:latin typeface="Montserrat" panose="00000500000000000000" pitchFamily="50" charset="0"/>
            </a:endParaRPr>
          </a:p>
          <a:p>
            <a:r>
              <a:rPr lang="en-US" sz="2800" dirty="0">
                <a:latin typeface="Montserrat" panose="00000500000000000000" pitchFamily="50" charset="0"/>
              </a:rPr>
              <a:t>Dijkstra pathfinding on </a:t>
            </a:r>
            <a:r>
              <a:rPr lang="en-US" sz="2800" dirty="0" err="1">
                <a:latin typeface="Montserrat" panose="00000500000000000000" pitchFamily="50" charset="0"/>
              </a:rPr>
              <a:t>minimap</a:t>
            </a:r>
            <a:endParaRPr lang="en-US" sz="2800" dirty="0"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171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74</TotalTime>
  <Words>236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Montserrat</vt:lpstr>
      <vt:lpstr>Mesh</vt:lpstr>
      <vt:lpstr>ESCape</vt:lpstr>
      <vt:lpstr>CONCEPT</vt:lpstr>
      <vt:lpstr>GAMEPLAY</vt:lpstr>
      <vt:lpstr>Technologies</vt:lpstr>
      <vt:lpstr>Challenges</vt:lpstr>
      <vt:lpstr>Iteration 1: Enemy Targeting System</vt:lpstr>
      <vt:lpstr>Iteration 2: CheckForPlayer task</vt:lpstr>
      <vt:lpstr>PowerPoint Presentation</vt:lpstr>
      <vt:lpstr>Test Cases</vt:lpstr>
      <vt:lpstr>Expectations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ESCape</dc:title>
  <dc:creator>Dean Crockett</dc:creator>
  <cp:lastModifiedBy>Dean Crockett</cp:lastModifiedBy>
  <cp:revision>6</cp:revision>
  <dcterms:created xsi:type="dcterms:W3CDTF">2019-03-19T18:34:22Z</dcterms:created>
  <dcterms:modified xsi:type="dcterms:W3CDTF">2019-03-19T19:49:22Z</dcterms:modified>
</cp:coreProperties>
</file>